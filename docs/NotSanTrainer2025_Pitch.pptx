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960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Calibri"/>
              </a:rPr>
              <a:t>NotSanTrainer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1F5F9"/>
                </a:solidFill>
                <a:latin typeface="Calibri"/>
              </a:rPr>
              <a:t>Die SAA/BPR 2025 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F4444"/>
                </a:solidFill>
                <a:latin typeface="Calibri"/>
              </a:rPr>
              <a:t>Lern- und Trainingsapp.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Realistisch trainieren – nicht nur lesen.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Pitch · ÄLRD-Tagung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Matthias Filkorn  ·  Notfallsanitäter DRK Köln  ·  Gesundheitsökonom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WIE ES BEGONNEN 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Die Idee kam aus dem Dienst.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MATTHIAS FILKORN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Notfallsanitäter beim DRK Köln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studierter Gesundheitsökonom.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852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•  Auszubildende fragen nach realistischer Prüfungs-Vorbereitung.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•  Neue Kollegen wollen die SAA 2025 strukturiert anwenden lernen.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•  Frische NotSan suchen Sicherheit bei invasiven Maßnahmen.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94A3B8"/>
                </a:solidFill>
                <a:latin typeface="Calibri"/>
              </a:rPr>
              <a:t>•  Erfahrene Kollegen wollen ein Update zur neuen SAA/BPR.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4297680" cy="4297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42976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DAS ERGEBNIS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468880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In mehreren Nachtschichten gemeinsam mit Claude Code (KI) ist ein erster funktionsfähiger Prototyp entstanden – aus der Praxis, für die Praxis.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029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0 → 1 als One-Person-Side-Project.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Die SAA/BPR 2025 ist da – aber wo trainiert man sie?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974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PDF statt Praxis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550+ Seiten SAA/BPR – kein Tool, das daraus echtes Training macht.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697480" cy="38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Generische Lern-Apps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6324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Decken alte Algorithmen ab, nicht den Stand der 6-Länder-AG 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974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Schulen heterogen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6324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Jede Schule baut eigenes Material – kein einheitlicher Standard.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10312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2103120"/>
            <a:ext cx="26974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Fortbildungspflicht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06324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30 h/Jahr nach §5 NotSanG – nachweisbar trainieren ist aufwendig.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→  Der Bedarf an realitätsnahem, SAA-konformem Training ist im Rettungsdienst sichtbar – im Dienst und in der Ausbildung.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LÖSUNG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Calibri"/>
              </a:rPr>
              <a:t>Die SAA/BPR 2025 – als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1:1 nach dem Stand der 6-Länder-Arbeitsgruppe. Offline. Ohne Account. Ohne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703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alibri"/>
              </a:rPr>
              <a:t>Nachschlagen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Medikamente, invasive Maßnahmen, Krankheitsbilder, EKG-Befunde — alles im Dienst griffbereit.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37033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alibri"/>
              </a:rPr>
              <a:t>Trainieren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7472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1.223 Quizfragen, 306 Fallsimulationen mit Timer, Algorithmus-Trainer für 34 Behandlungspfade.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7033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Prüfen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7472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Gesamtprüfung 25 Fragen + Fall, Schwachstellen-Analyse, Lernfortschritt lokal – ideal für Azubis.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Eine Plattform – drei Use Cases: Azubi · aktiver NotSan · Schule.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WAS DRINSTECKT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Vollständig nach SAA/BPR 2025.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7033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  <a:latin typeface="Calibri"/>
              </a:rPr>
              <a:t>1.223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Quizfragen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Kategorien · mit Erläuterungen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033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60A5FA"/>
                </a:solidFill>
                <a:latin typeface="Calibri"/>
              </a:rPr>
              <a:t>306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Fallsimulationen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Training + Prüfung · mit Timer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703320" cy="38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574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AB308"/>
                </a:solidFill>
                <a:latin typeface="Calibri"/>
              </a:rPr>
              <a:t>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Behandlungspfade (BPR)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2461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Algorithmus-Trainer · klickbar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23360"/>
            <a:ext cx="37033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0B981"/>
                </a:solidFill>
                <a:latin typeface="Calibri"/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Medikamente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Dosierungen · KI · Applikation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023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023360"/>
            <a:ext cx="37033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519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60A5FA"/>
                </a:solidFill>
                <a:latin typeface="Calibr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074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Invasive Maßnahmen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Schritt-für-Schritt · Indikationen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023360"/>
            <a:ext cx="3703320" cy="2011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023360"/>
            <a:ext cx="37033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25196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0B981"/>
                </a:solidFill>
                <a:latin typeface="Calibri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74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EKG-Befunde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40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Mit echten EKG-Streifen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Datenbasis: SAA/BPR 2025 der ÄLRD aus BW, BB, MV, NRW, SN, ST · Stand Juli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FUNKTIONEN &amp; DIFFERENZIERUNG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Calibri"/>
              </a:rPr>
              <a:t>Was den NotSanTrainer einzigartig macht.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100 % SAA/BPR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Kein eigenes Curriculum – direkt aus der Quelle der 6-Länder-Arbeitsgruppe.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148840"/>
            <a:ext cx="228600" cy="228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121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Offline &amp; PWA-fähig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Auf Handy, Tablet, Laptop installierbar – funktioniert ohne Netz.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214884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121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Kein Account / kein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Lernfortschritt bleibt lokal – datenschutzkonform by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434840"/>
            <a:ext cx="228600" cy="2286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407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Algorithmus-Trainer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BPRs als klickbare Entscheidungsbäume – trainierbar, nicht nur lesbar.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4434840"/>
            <a:ext cx="228600" cy="228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407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EKG-Modul mit echten Streifen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029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26 Befunde mit realen EKG-Aufzeichnungen.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0" y="443484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407408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Fallsimulationen mit Timer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2920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153 Prüfungsfälle unter Zeitdruck – wie in der staatl. Prüfung.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ZIELGRUPPEN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Vier Gruppen – ein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7889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889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NotSan-Azubis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Prüfungsvorbereitung mit echten SAA-Fällen, Quiz nach Lernfeldern, Fallsimulationen mit Timer.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7889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7889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Calibri"/>
              </a:rPr>
              <a:t>Aktive Notfallsanitäter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Pflicht-Update SAA 2025, schnelles Nachschlagen im Dienst – offline auf jedem Gerät.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7889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7889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Rettungsdienstschulen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0896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Einheitliches Lernmaterial, Lernfortschritts-Analyse, Entlastung der Lehrkräfte.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7889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828800"/>
            <a:ext cx="2788920" cy="381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19456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B308"/>
                </a:solidFill>
                <a:latin typeface="Calibri"/>
              </a:rPr>
              <a:t>HiOrgs &amp; RD-Träger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108960"/>
            <a:ext cx="23317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Verbandsweit einheitlicher Wissensstand, Unterstützung bei der 30 h-Fortbildungspflicht.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Calibri"/>
              </a:rPr>
              <a:t>Pricing: Free-Tier kostenlos · Plus 19,99 € einmalig · Schul-/HiOrg-Lizenzen auf Anfrage.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ERWEITERUNGEN &amp; INTEGRATIONEN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Calibri"/>
              </a:rPr>
              <a:t>Vom Lerntool zur Trainings-Plattform.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AUSBAUSTUFE 1 — CRM-MODUL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Crew Resource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Bis zu 80 % schwerer Behandlungsfehler haben Kommunikations- und Teamversagen als Ursache.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Szenariobasiert statt Frontalunterricht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Trainingsbar an denselben Fällen wie Fach-Modul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Nachweis pro Mitarbeiter (§5 NotSanG)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Aggregiertes ÄLRD-Dashboard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864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AUSBAUSTUFE 2 — INTEGRATIONEN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Anschluss an bestehende Systeme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0896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Klassenverwaltung für RD-Schulen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Fortbildungs-Nachweis als PDF / Export ins QM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Single-Sign-On für Träger (DRK, ASB, JUH, MHD, BF)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Anbindung an FMS / CIRS-RD-Auswertungen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Update-Pipeline bei SAA-/BPR-Versionswechseln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Optional: API für E-Learning-Plattformen (Moodle, ILIAS)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Vom Prototyp zum Standardwerkzeug.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Pilot in 3 ausgewählten Gebieten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Eine Hand voll Wachen / Schulen je Region — strukturiertes Feedback aus Azubis, aktiven NotSan und Lehrkräften.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Validierung aller Fragen &amp; Fälle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Fachliche Review aller 1.223 Quizfragen und 306 Fälle durch ÄLRD-Fachgruppe — gegen die SAA/BPR 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703320" cy="393192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03120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Calibri"/>
              </a:rPr>
              <a:t>Skalierung &amp; CRM-Roll-out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1480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Nach Pilot: Roll-out auf weitere Gebiete, Aktivierung des CRM-Moduls, Anbindung an RD-Träger-Fortbildungssysteme.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Calibri"/>
              </a:rPr>
              <a:t>Was wir von der ÄLRD-Tagung mitnehmen wollen: Pilot-Partner, fachliche Patenschaft, Empfehlung in Verbänden.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LASS UNS REDEN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1F5F9"/>
                </a:solidFill>
                <a:latin typeface="Calibri"/>
              </a:rPr>
              <a:t>Aus dem Dienst heraus gebaut 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F4444"/>
                </a:solidFill>
                <a:latin typeface="Calibri"/>
              </a:rPr>
              <a:t>jetzt für die Praxis öffnen.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PILOT-ANFRAGE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Matthias Filkorn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Notfallsanitäter · Gesundheitsökonom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matthias@madformed.de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MadforMed GmbH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0040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APP &amp; LANDING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490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mfilkorn-stack.github.io/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NotsanTrainer2025/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6344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PWA installierbar auf Handy / Tablet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Komplett offline · ohne Account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•  Free-Tier sofort testbar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Danke. Fragen? — Lasst uns gemeinsam aus dem Prototyp einen Standard machen.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Calibri"/>
              </a:rPr>
              <a:t>NotSanTrainer 2025  ·  Matthias Filkorn  ·  ÄLRD-Tagung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